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68" r:id="rId3"/>
    <p:sldId id="27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CDC21-EC0C-445B-A705-9E0AB0617158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EB4F5-A39E-4A24-BC0F-D8B1E702C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129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ED9DC-153F-4009-B8ED-F6B3B4187E8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396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4DEB6-90EB-4F72-58BE-06CEBCD53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1A4B5A-1FE6-1520-FB0E-838A3AFCD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C745B-00C6-CA57-9BE1-4AB9C32F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10BEF-CF48-016A-F332-D44BB0F0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2E5AB-3D93-A811-448C-87C6B042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95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A72AC-441B-3C11-BA24-4B5A02DA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B72559-E1A4-5B1F-1117-D7C0CF38E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ED97D-B6C7-6CA8-B982-189E3BF2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481F25-EAE8-DE14-0E23-FB76287F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F1A9AB-9A05-6316-5E77-F61F70D3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26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CB5F4-5A95-1D31-59A8-B671F80C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CA405-AD11-842E-55B4-B4E96D9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DA4AA-134D-2752-A814-E5D0D3CF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3997E9-D5BE-ED49-0604-6F420024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5FFE80-8543-CBD0-DFFE-9EFE6EB7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49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265AF-792E-E636-D6BE-A8BA9577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9E8B0-9F33-E87E-C07C-8D62B2073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209624-8891-4CEF-54DC-61EDD515F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C7814-D3C4-F224-CA27-4CF7393D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96CD52-1BBC-0FAD-3E77-D752E5EE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B4388C-632B-297C-B485-708BBEC0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96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A3607-DE07-9E81-F227-5F71B335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68B3A-62F3-EBBD-5CD3-D13B7B617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B13FCB-A5BC-0062-E9C1-27535C669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B45768-D19E-D21B-6BA2-6A7DE3101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43772-EAAD-7D55-9F2D-AB3AF9030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34C846-5D4E-DCF2-88B2-3F8E1B14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B7EDA8-1B26-5586-A216-9AA87B13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AD8C0C-C3C5-1E3A-4BD1-81791855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50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3DE0B-64BF-91C2-A0AD-A4D5C147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F1B1E1-6C20-D600-667C-6FBABAAF2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71175D-D1B6-8ACE-12CC-26773BB9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B6F0E8-6136-3EBD-D95E-066F3FE2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9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9B8F1D-F416-7267-3CE6-462E875D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71CCF2-CA14-0D59-896B-1D7392E7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C7C17-D506-1B81-F399-4EDB5986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30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747EF-E970-3FDD-2BB3-FCCD81B4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30ADD-FD23-26F8-EF60-21446B754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D115E7-D37A-7878-682D-3CF784723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A02C76-25D4-44FE-46C8-648A964D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9FCFD2-2EC5-112B-7FC9-F291D639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731941-018A-1C73-51D3-EDFFD34C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088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D7C55-610D-8F0E-58B5-02B6B5CD5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FEEBB2-6FD4-B359-3615-695C1DB90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89BAC-EABF-2ACC-506E-2BC26310A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66E912-1FB0-84B4-9CFB-20F60F2DF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483DD3-93EF-C2FC-730B-FE24C0B2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B2645F-E4DE-29B3-F95F-4503949F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28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58330-5A3A-4575-1B56-C3A00280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CE8900-B203-40AF-FC2D-259E706C6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647546-4CDB-4042-F223-A22C1A40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68835F-A135-610D-A0E7-5D38B49F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2F815-4D09-4ADA-7DFF-08C4B577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0CBDCF-C9F3-72D0-F8DF-75DB05341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4D9369-C42B-9E1A-A391-404C2EAFC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1F4-42D3-FD40-54BB-C95830A1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464661-FE26-EC13-C0C5-E802EFB8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FA73D6-5BF1-F2FA-C8ED-359FC397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55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F466C8-C389-CB20-F3BE-6EFBE933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062A57-7AE2-1257-C13F-65694BC12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22F21-F9CE-693F-E43C-7F669AA89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62AF3-C4FD-4F1F-8C88-C09CF9F4B16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C41FDF-684C-9EB2-874A-E624DD210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1B1F3-3FA1-80B4-A18D-9B128EFCC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07159-49CA-48DE-B9C2-B223C88C26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5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F4344B-0702-D6E5-4A8F-00B111741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517424"/>
              </p:ext>
            </p:extLst>
          </p:nvPr>
        </p:nvGraphicFramePr>
        <p:xfrm>
          <a:off x="755009" y="679508"/>
          <a:ext cx="9588618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6206">
                  <a:extLst>
                    <a:ext uri="{9D8B030D-6E8A-4147-A177-3AD203B41FA5}">
                      <a16:colId xmlns:a16="http://schemas.microsoft.com/office/drawing/2014/main" val="3742209342"/>
                    </a:ext>
                  </a:extLst>
                </a:gridCol>
                <a:gridCol w="3196206">
                  <a:extLst>
                    <a:ext uri="{9D8B030D-6E8A-4147-A177-3AD203B41FA5}">
                      <a16:colId xmlns:a16="http://schemas.microsoft.com/office/drawing/2014/main" val="1754611296"/>
                    </a:ext>
                  </a:extLst>
                </a:gridCol>
                <a:gridCol w="3196206">
                  <a:extLst>
                    <a:ext uri="{9D8B030D-6E8A-4147-A177-3AD203B41FA5}">
                      <a16:colId xmlns:a16="http://schemas.microsoft.com/office/drawing/2014/main" val="1093726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API End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7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목록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58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/boards/{</a:t>
                      </a:r>
                      <a:r>
                        <a:rPr lang="en-US" altLang="ko-KR" dirty="0" err="1"/>
                        <a:t>boardId</a:t>
                      </a:r>
                      <a:r>
                        <a:rPr lang="en-US" altLang="ko-KR" dirty="0"/>
                        <a:t>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 게시판 </a:t>
                      </a:r>
                      <a:r>
                        <a:rPr lang="ko-KR" altLang="en-US" dirty="0" err="1"/>
                        <a:t>글조회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53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/boards/add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458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/boards/update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75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/boards/delete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/posts/{</a:t>
                      </a:r>
                      <a:r>
                        <a:rPr lang="en-US" altLang="ko-KR" dirty="0" err="1"/>
                        <a:t>postId</a:t>
                      </a:r>
                      <a:r>
                        <a:rPr lang="en-US" altLang="ko-KR" dirty="0"/>
                        <a:t>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 게시글 조회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74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/boards/{</a:t>
                      </a:r>
                      <a:r>
                        <a:rPr lang="en-US" altLang="ko-KR" dirty="0" err="1"/>
                        <a:t>boardId</a:t>
                      </a:r>
                      <a:r>
                        <a:rPr lang="en-US" altLang="ko-KR" dirty="0"/>
                        <a:t>}/posts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 게시판에 게시글 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1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/posts/{</a:t>
                      </a:r>
                      <a:r>
                        <a:rPr lang="en-US" altLang="ko-KR" dirty="0" err="1"/>
                        <a:t>postId</a:t>
                      </a:r>
                      <a:r>
                        <a:rPr lang="en-US" altLang="ko-KR" dirty="0"/>
                        <a:t>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05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/posts/{</a:t>
                      </a:r>
                      <a:r>
                        <a:rPr lang="en-US" altLang="ko-KR" dirty="0" err="1"/>
                        <a:t>postId</a:t>
                      </a:r>
                      <a:r>
                        <a:rPr lang="en-US" altLang="ko-KR" dirty="0"/>
                        <a:t>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53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/comments/{</a:t>
                      </a:r>
                      <a:r>
                        <a:rPr lang="en-US" altLang="ko-KR" dirty="0" err="1"/>
                        <a:t>commentId</a:t>
                      </a:r>
                      <a:r>
                        <a:rPr lang="en-US" altLang="ko-KR" dirty="0"/>
                        <a:t>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 댓글 조회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80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/posts/{</a:t>
                      </a:r>
                      <a:r>
                        <a:rPr lang="en-US" altLang="ko-KR" dirty="0" err="1"/>
                        <a:t>postsId</a:t>
                      </a:r>
                      <a:r>
                        <a:rPr lang="en-US" altLang="ko-KR" dirty="0"/>
                        <a:t>}/comments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추가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685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/comments/{comment}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07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/comments/{</a:t>
                      </a:r>
                      <a:r>
                        <a:rPr lang="en-US" altLang="ko-KR" dirty="0" err="1"/>
                        <a:t>commentId</a:t>
                      </a:r>
                      <a:r>
                        <a:rPr lang="en-US" altLang="ko-KR" dirty="0"/>
                        <a:t>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288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3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DA42-E6CA-CFA6-985A-5A2C3B5B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5BD030D-35EF-BE49-107F-230A21A8211C}"/>
              </a:ext>
            </a:extLst>
          </p:cNvPr>
          <p:cNvSpPr txBox="1">
            <a:spLocks/>
          </p:cNvSpPr>
          <p:nvPr/>
        </p:nvSpPr>
        <p:spPr>
          <a:xfrm>
            <a:off x="5017753" y="93169"/>
            <a:ext cx="7255528" cy="533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000" b="1" dirty="0">
                <a:solidFill>
                  <a:schemeClr val="bg1"/>
                </a:solidFill>
              </a:rPr>
              <a:t>03. ERD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1D48DB-5480-40B9-AEF1-2C9D75F4560D}"/>
              </a:ext>
            </a:extLst>
          </p:cNvPr>
          <p:cNvSpPr/>
          <p:nvPr/>
        </p:nvSpPr>
        <p:spPr>
          <a:xfrm>
            <a:off x="392027" y="2440670"/>
            <a:ext cx="3171038" cy="2300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Board</a:t>
            </a:r>
          </a:p>
          <a:p>
            <a:endParaRPr lang="en-US" altLang="ko-KR" b="1" dirty="0"/>
          </a:p>
          <a:p>
            <a:r>
              <a:rPr lang="en-US" altLang="ko-KR" b="1" dirty="0" err="1"/>
              <a:t>board_id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/>
              <a:t>name</a:t>
            </a:r>
          </a:p>
          <a:p>
            <a:r>
              <a:rPr lang="en-US" altLang="ko-KR" b="1" dirty="0"/>
              <a:t>description</a:t>
            </a:r>
          </a:p>
          <a:p>
            <a:r>
              <a:rPr lang="en-US" altLang="ko-KR" b="1" dirty="0" err="1"/>
              <a:t>user_active</a:t>
            </a:r>
            <a:endParaRPr lang="en-US" altLang="ko-KR" b="1" dirty="0"/>
          </a:p>
          <a:p>
            <a:r>
              <a:rPr lang="en-US" altLang="ko-KR" b="1" dirty="0" err="1"/>
              <a:t>admin_active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CDBAA9-8A03-BB87-EBD3-042E357F88FC}"/>
              </a:ext>
            </a:extLst>
          </p:cNvPr>
          <p:cNvSpPr/>
          <p:nvPr/>
        </p:nvSpPr>
        <p:spPr>
          <a:xfrm>
            <a:off x="4271395" y="945858"/>
            <a:ext cx="3171038" cy="5312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Post</a:t>
            </a:r>
          </a:p>
          <a:p>
            <a:endParaRPr lang="en-US" altLang="ko-KR" b="1" dirty="0"/>
          </a:p>
          <a:p>
            <a:r>
              <a:rPr lang="en-US" altLang="ko-KR" b="1" dirty="0" err="1"/>
              <a:t>post_id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 err="1"/>
              <a:t>board_id</a:t>
            </a:r>
            <a:r>
              <a:rPr lang="en-US" altLang="ko-KR" b="1" dirty="0"/>
              <a:t> </a:t>
            </a:r>
          </a:p>
          <a:p>
            <a:r>
              <a:rPr lang="en-US" altLang="ko-KR" b="1" dirty="0"/>
              <a:t>(FK → </a:t>
            </a:r>
            <a:r>
              <a:rPr lang="en-US" altLang="ko-KR" b="1" dirty="0" err="1"/>
              <a:t>Board.board_id</a:t>
            </a:r>
            <a:r>
              <a:rPr lang="en-US" altLang="ko-KR" b="1" dirty="0"/>
              <a:t>)</a:t>
            </a:r>
          </a:p>
          <a:p>
            <a:r>
              <a:rPr lang="en-US" altLang="ko-KR" b="1" dirty="0" err="1"/>
              <a:t>author_id</a:t>
            </a:r>
            <a:endParaRPr lang="en-US" altLang="ko-KR" b="1" dirty="0"/>
          </a:p>
          <a:p>
            <a:r>
              <a:rPr lang="en-US" altLang="ko-KR" b="1" dirty="0"/>
              <a:t>password</a:t>
            </a:r>
          </a:p>
          <a:p>
            <a:r>
              <a:rPr lang="en-US" altLang="ko-KR" b="1" dirty="0"/>
              <a:t>title</a:t>
            </a:r>
          </a:p>
          <a:p>
            <a:r>
              <a:rPr lang="en-US" altLang="ko-KR" b="1" dirty="0"/>
              <a:t>content</a:t>
            </a:r>
          </a:p>
          <a:p>
            <a:r>
              <a:rPr lang="en-US" altLang="ko-KR" b="1" dirty="0" err="1"/>
              <a:t>view_count</a:t>
            </a:r>
            <a:endParaRPr lang="en-US" altLang="ko-KR" b="1" dirty="0"/>
          </a:p>
          <a:p>
            <a:r>
              <a:rPr lang="en-US" altLang="ko-KR" b="1" dirty="0" err="1"/>
              <a:t>ip_hash</a:t>
            </a:r>
            <a:endParaRPr lang="en-US" altLang="ko-KR" b="1" dirty="0"/>
          </a:p>
          <a:p>
            <a:r>
              <a:rPr lang="en-US" altLang="ko-KR" b="1" dirty="0" err="1"/>
              <a:t>created_at</a:t>
            </a:r>
            <a:endParaRPr lang="en-US" altLang="ko-KR" b="1" dirty="0"/>
          </a:p>
          <a:p>
            <a:r>
              <a:rPr lang="en-US" altLang="ko-KR" b="1" dirty="0" err="1"/>
              <a:t>updated_at</a:t>
            </a:r>
            <a:endParaRPr lang="en-US" altLang="ko-KR" b="1" dirty="0"/>
          </a:p>
          <a:p>
            <a:r>
              <a:rPr lang="en-US" altLang="ko-KR" b="1" dirty="0" err="1"/>
              <a:t>attachment_url</a:t>
            </a:r>
            <a:endParaRPr lang="en-US" altLang="ko-KR" b="1" dirty="0"/>
          </a:p>
          <a:p>
            <a:r>
              <a:rPr lang="en-US" altLang="ko-KR" b="1" dirty="0" err="1"/>
              <a:t>thumbnail_url</a:t>
            </a:r>
            <a:endParaRPr lang="en-US" altLang="ko-KR" b="1" dirty="0"/>
          </a:p>
          <a:p>
            <a:r>
              <a:rPr lang="en-US" altLang="ko-KR" b="1" dirty="0" err="1"/>
              <a:t>access_level</a:t>
            </a:r>
            <a:endParaRPr lang="en-US" altLang="ko-KR" b="1" dirty="0"/>
          </a:p>
          <a:p>
            <a:r>
              <a:rPr lang="en-US" altLang="ko-KR" b="1" dirty="0"/>
              <a:t>status</a:t>
            </a:r>
          </a:p>
          <a:p>
            <a:r>
              <a:rPr lang="en-US" altLang="ko-KR" b="1" dirty="0" err="1"/>
              <a:t>is_notice</a:t>
            </a:r>
            <a:endParaRPr lang="en-US" altLang="ko-KR" b="1" dirty="0"/>
          </a:p>
          <a:p>
            <a:r>
              <a:rPr lang="en-US" altLang="ko-KR" b="1" dirty="0" err="1"/>
              <a:t>is_secret</a:t>
            </a:r>
            <a:endParaRPr lang="en-US" altLang="ko-KR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94427D-B5D1-554A-B848-B5D74849DF5D}"/>
              </a:ext>
            </a:extLst>
          </p:cNvPr>
          <p:cNvSpPr/>
          <p:nvPr/>
        </p:nvSpPr>
        <p:spPr>
          <a:xfrm>
            <a:off x="8324675" y="1922126"/>
            <a:ext cx="3171038" cy="3337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Comment</a:t>
            </a:r>
          </a:p>
          <a:p>
            <a:endParaRPr lang="en-US" altLang="ko-KR" b="1" dirty="0"/>
          </a:p>
          <a:p>
            <a:r>
              <a:rPr lang="en-US" altLang="ko-KR" b="1" dirty="0" err="1"/>
              <a:t>comment_id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 err="1"/>
              <a:t>post_id</a:t>
            </a:r>
            <a:r>
              <a:rPr lang="en-US" altLang="ko-KR" b="1" dirty="0"/>
              <a:t> </a:t>
            </a:r>
          </a:p>
          <a:p>
            <a:r>
              <a:rPr lang="en-US" altLang="ko-KR" b="1" dirty="0"/>
              <a:t>(FK → </a:t>
            </a:r>
            <a:r>
              <a:rPr lang="en-US" altLang="ko-KR" b="1" dirty="0" err="1"/>
              <a:t>Post.post_id</a:t>
            </a:r>
            <a:r>
              <a:rPr lang="en-US" altLang="ko-KR" b="1" dirty="0"/>
              <a:t>)</a:t>
            </a:r>
          </a:p>
          <a:p>
            <a:r>
              <a:rPr lang="en-US" altLang="ko-KR" b="1" dirty="0" err="1"/>
              <a:t>author_id</a:t>
            </a:r>
            <a:endParaRPr lang="en-US" altLang="ko-KR" b="1" dirty="0"/>
          </a:p>
          <a:p>
            <a:r>
              <a:rPr lang="en-US" altLang="ko-KR" b="1" dirty="0"/>
              <a:t>password</a:t>
            </a:r>
          </a:p>
          <a:p>
            <a:r>
              <a:rPr lang="en-US" altLang="ko-KR" b="1" dirty="0"/>
              <a:t>content</a:t>
            </a:r>
          </a:p>
          <a:p>
            <a:r>
              <a:rPr lang="en-US" altLang="ko-KR" b="1" dirty="0" err="1"/>
              <a:t>ip_hash</a:t>
            </a:r>
            <a:endParaRPr lang="en-US" altLang="ko-KR" b="1" dirty="0"/>
          </a:p>
          <a:p>
            <a:r>
              <a:rPr lang="en-US" altLang="ko-KR" b="1" dirty="0" err="1"/>
              <a:t>created_at</a:t>
            </a:r>
            <a:endParaRPr lang="en-US" altLang="ko-KR" b="1" dirty="0"/>
          </a:p>
          <a:p>
            <a:r>
              <a:rPr lang="en-US" altLang="ko-KR" b="1" dirty="0" err="1"/>
              <a:t>updated_at</a:t>
            </a:r>
            <a:endParaRPr lang="en-US" altLang="ko-KR" b="1" dirty="0"/>
          </a:p>
          <a:p>
            <a:endParaRPr lang="en-US" altLang="ko-KR" b="1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BE0A126-5052-7D0B-1C51-F717A59FA2A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563065" y="3591011"/>
            <a:ext cx="708330" cy="11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49E7B6F-A385-F496-192A-D3CF468979A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7442433" y="3591012"/>
            <a:ext cx="882242" cy="11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4620F98-9E58-D698-3F17-3D5C6F0E255E}"/>
              </a:ext>
            </a:extLst>
          </p:cNvPr>
          <p:cNvSpPr txBox="1"/>
          <p:nvPr/>
        </p:nvSpPr>
        <p:spPr>
          <a:xfrm>
            <a:off x="3647765" y="3680452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1:N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839CD-BE9A-94BB-7554-3DF6DCA31248}"/>
              </a:ext>
            </a:extLst>
          </p:cNvPr>
          <p:cNvSpPr txBox="1"/>
          <p:nvPr/>
        </p:nvSpPr>
        <p:spPr>
          <a:xfrm>
            <a:off x="7614089" y="3680452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209800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2B147E0-6F6F-7F57-D9F9-7D6E8C4CC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510813"/>
              </p:ext>
            </p:extLst>
          </p:nvPr>
        </p:nvGraphicFramePr>
        <p:xfrm>
          <a:off x="698150" y="535108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265173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53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Function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40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게시판들 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1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상세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 게시판 상세조회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551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추가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746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73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게시판 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804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상세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 게시글 상세조회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643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추가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27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16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게시글 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23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추가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특정 댓글 상세조회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35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71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댓글 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09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61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257</Words>
  <Application>Microsoft Office PowerPoint</Application>
  <PresentationFormat>와이드스크린</PresentationFormat>
  <Paragraphs>101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JeongHoon Hong</dc:creator>
  <cp:lastModifiedBy>JeongHoon Hong</cp:lastModifiedBy>
  <cp:revision>6</cp:revision>
  <dcterms:created xsi:type="dcterms:W3CDTF">2025-12-09T01:11:42Z</dcterms:created>
  <dcterms:modified xsi:type="dcterms:W3CDTF">2025-12-11T04:04:20Z</dcterms:modified>
</cp:coreProperties>
</file>