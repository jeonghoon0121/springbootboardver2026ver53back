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B4DEB6-90EB-4F72-58BE-06CEBCD53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01A4B5A-1FE6-1520-FB0E-838A3AFCD0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AC745B-00C6-CA57-9BE1-4AB9C32F1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62AF3-C4FD-4F1F-8C88-C09CF9F4B16A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710BEF-CF48-016A-F332-D44BB0F09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92E5AB-3D93-A811-448C-87C6B0426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07159-49CA-48DE-B9C2-B223C88C2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6959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9A72AC-441B-3C11-BA24-4B5A02DA9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B72559-E1A4-5B1F-1117-D7C0CF38E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4ED97D-B6C7-6CA8-B982-189E3BF21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62AF3-C4FD-4F1F-8C88-C09CF9F4B16A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481F25-EAE8-DE14-0E23-FB76287F9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F1A9AB-9A05-6316-5E77-F61F70D3B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07159-49CA-48DE-B9C2-B223C88C2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9269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DCB5F4-5A95-1D31-59A8-B671F80C2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FCA405-AD11-842E-55B4-B4E96D971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2DA4AA-134D-2752-A814-E5D0D3CFA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62AF3-C4FD-4F1F-8C88-C09CF9F4B16A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3997E9-D5BE-ED49-0604-6F420024F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5FFE80-8543-CBD0-DFFE-9EFE6EB71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07159-49CA-48DE-B9C2-B223C88C2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8498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9265AF-792E-E636-D6BE-A8BA95774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D9E8B0-9F33-E87E-C07C-8D62B2073F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209624-8891-4CEF-54DC-61EDD515FE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6C7814-D3C4-F224-CA27-4CF7393D9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62AF3-C4FD-4F1F-8C88-C09CF9F4B16A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96CD52-1BBC-0FAD-3E77-D752E5EE9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B4388C-632B-297C-B485-708BBEC00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07159-49CA-48DE-B9C2-B223C88C2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1960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9A3607-DE07-9E81-F227-5F71B3355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068B3A-62F3-EBBD-5CD3-D13B7B617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3B13FCB-A5BC-0062-E9C1-27535C669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4B45768-D19E-D21B-6BA2-6A7DE31013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4B43772-EAAD-7D55-9F2D-AB3AF90300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E34C846-5D4E-DCF2-88B2-3F8E1B144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62AF3-C4FD-4F1F-8C88-C09CF9F4B16A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3B7EDA8-1B26-5586-A216-9AA87B13A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FAD8C0C-C3C5-1E3A-4BD1-817918552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07159-49CA-48DE-B9C2-B223C88C2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5506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03DE0B-64BF-91C2-A0AD-A4D5C1476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4F1B1E1-6C20-D600-667C-6FBABAAF2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62AF3-C4FD-4F1F-8C88-C09CF9F4B16A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171175D-D1B6-8ACE-12CC-26773BB90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EB6F0E8-6136-3EBD-D95E-066F3FE2D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07159-49CA-48DE-B9C2-B223C88C2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94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29B8F1D-F416-7267-3CE6-462E875D8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62AF3-C4FD-4F1F-8C88-C09CF9F4B16A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071CCF2-CA14-0D59-896B-1D7392E70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1C7C17-D506-1B81-F399-4EDB59864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07159-49CA-48DE-B9C2-B223C88C2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7307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6747EF-E970-3FDD-2BB3-FCCD81B47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B30ADD-FD23-26F8-EF60-21446B754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DD115E7-D37A-7878-682D-3CF784723B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A02C76-25D4-44FE-46C8-648A964D0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62AF3-C4FD-4F1F-8C88-C09CF9F4B16A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9FCFD2-2EC5-112B-7FC9-F291D6397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731941-018A-1C73-51D3-EDFFD34CC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07159-49CA-48DE-B9C2-B223C88C2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0088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7D7C55-610D-8F0E-58B5-02B6B5CD5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1FEEBB2-6FD4-B359-3615-695C1DB906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489BAC-EABF-2ACC-506E-2BC26310A3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E66E912-1FB0-84B4-9CFB-20F60F2DF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62AF3-C4FD-4F1F-8C88-C09CF9F4B16A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483DD3-93EF-C2FC-730B-FE24C0B2C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DB2645F-E4DE-29B3-F95F-4503949FD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07159-49CA-48DE-B9C2-B223C88C2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286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558330-5A3A-4575-1B56-C3A002801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3CE8900-B203-40AF-FC2D-259E706C6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647546-4CDB-4042-F223-A22C1A406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62AF3-C4FD-4F1F-8C88-C09CF9F4B16A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68835F-A135-610D-A0E7-5D38B49FD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2F815-4D09-4ADA-7DFF-08C4B5770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07159-49CA-48DE-B9C2-B223C88C2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0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E0CBDCF-C9F3-72D0-F8DF-75DB05341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4D9369-C42B-9E1A-A391-404C2EAFC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04E1F4-42D3-FD40-54BB-C95830A18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62AF3-C4FD-4F1F-8C88-C09CF9F4B16A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464661-FE26-EC13-C0C5-E802EFB87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FA73D6-5BF1-F2FA-C8ED-359FC3977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07159-49CA-48DE-B9C2-B223C88C2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3559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FF466C8-C389-CB20-F3BE-6EFBE9333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062A57-7AE2-1257-C13F-65694BC12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622F21-F9CE-693F-E43C-7F669AA898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62AF3-C4FD-4F1F-8C88-C09CF9F4B16A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C41FDF-684C-9EB2-874A-E624DD210A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41B1F3-3FA1-80B4-A18D-9B128EFCC0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07159-49CA-48DE-B9C2-B223C88C2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351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2B53AE4-618A-CEBD-828D-E27DEAF60D9B}"/>
              </a:ext>
            </a:extLst>
          </p:cNvPr>
          <p:cNvGraphicFramePr>
            <a:graphicFrameLocks noGrp="1"/>
          </p:cNvGraphicFramePr>
          <p:nvPr/>
        </p:nvGraphicFramePr>
        <p:xfrm>
          <a:off x="1528659" y="1465866"/>
          <a:ext cx="7254612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8204">
                  <a:extLst>
                    <a:ext uri="{9D8B030D-6E8A-4147-A177-3AD203B41FA5}">
                      <a16:colId xmlns:a16="http://schemas.microsoft.com/office/drawing/2014/main" val="2447496093"/>
                    </a:ext>
                  </a:extLst>
                </a:gridCol>
                <a:gridCol w="2418204">
                  <a:extLst>
                    <a:ext uri="{9D8B030D-6E8A-4147-A177-3AD203B41FA5}">
                      <a16:colId xmlns:a16="http://schemas.microsoft.com/office/drawing/2014/main" val="155626308"/>
                    </a:ext>
                  </a:extLst>
                </a:gridCol>
                <a:gridCol w="2418204">
                  <a:extLst>
                    <a:ext uri="{9D8B030D-6E8A-4147-A177-3AD203B41FA5}">
                      <a16:colId xmlns:a16="http://schemas.microsoft.com/office/drawing/2014/main" val="19182824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API End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Description</a:t>
                      </a:r>
                      <a:endParaRPr lang="en-US" altLang="ko-K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993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GET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/board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게시판 목록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774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GET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/board/{board}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게시판 상세</a:t>
                      </a:r>
                      <a:endParaRPr lang="en-US" altLang="ko-K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535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GET, 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/board/add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게시판 추가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564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GET, POST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/board/update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게시판 수정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1445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GET, POST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/board/delete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게시판 삭제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346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0183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A500B-FEB1-A555-CEB9-A561C6A4A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C8347C5-878B-306B-76FF-1565ED900556}"/>
              </a:ext>
            </a:extLst>
          </p:cNvPr>
          <p:cNvGraphicFramePr>
            <a:graphicFrameLocks noGrp="1"/>
          </p:cNvGraphicFramePr>
          <p:nvPr/>
        </p:nvGraphicFramePr>
        <p:xfrm>
          <a:off x="1528659" y="1465866"/>
          <a:ext cx="7254612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8204">
                  <a:extLst>
                    <a:ext uri="{9D8B030D-6E8A-4147-A177-3AD203B41FA5}">
                      <a16:colId xmlns:a16="http://schemas.microsoft.com/office/drawing/2014/main" val="2447496093"/>
                    </a:ext>
                  </a:extLst>
                </a:gridCol>
                <a:gridCol w="2418204">
                  <a:extLst>
                    <a:ext uri="{9D8B030D-6E8A-4147-A177-3AD203B41FA5}">
                      <a16:colId xmlns:a16="http://schemas.microsoft.com/office/drawing/2014/main" val="155626308"/>
                    </a:ext>
                  </a:extLst>
                </a:gridCol>
                <a:gridCol w="2418204">
                  <a:extLst>
                    <a:ext uri="{9D8B030D-6E8A-4147-A177-3AD203B41FA5}">
                      <a16:colId xmlns:a16="http://schemas.microsoft.com/office/drawing/2014/main" val="19182824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API End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Description</a:t>
                      </a:r>
                      <a:endParaRPr lang="en-US" altLang="ko-K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993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GET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/post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게시글 목록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774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GET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/post/{post}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게시글 상세</a:t>
                      </a:r>
                      <a:endParaRPr lang="en-US" altLang="ko-K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535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GET, 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/post/add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게시글 추가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564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GET, POST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/post/update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게시글 수정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1445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GET, POST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/post/delete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게시글 삭제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346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1680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B1505-175D-1DCA-EC31-A8389C167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E987E89-9D2A-8C53-67B1-DCEF556D2601}"/>
              </a:ext>
            </a:extLst>
          </p:cNvPr>
          <p:cNvGraphicFramePr>
            <a:graphicFrameLocks noGrp="1"/>
          </p:cNvGraphicFramePr>
          <p:nvPr/>
        </p:nvGraphicFramePr>
        <p:xfrm>
          <a:off x="1528659" y="1465866"/>
          <a:ext cx="7254612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8204">
                  <a:extLst>
                    <a:ext uri="{9D8B030D-6E8A-4147-A177-3AD203B41FA5}">
                      <a16:colId xmlns:a16="http://schemas.microsoft.com/office/drawing/2014/main" val="2447496093"/>
                    </a:ext>
                  </a:extLst>
                </a:gridCol>
                <a:gridCol w="2418204">
                  <a:extLst>
                    <a:ext uri="{9D8B030D-6E8A-4147-A177-3AD203B41FA5}">
                      <a16:colId xmlns:a16="http://schemas.microsoft.com/office/drawing/2014/main" val="155626308"/>
                    </a:ext>
                  </a:extLst>
                </a:gridCol>
                <a:gridCol w="2418204">
                  <a:extLst>
                    <a:ext uri="{9D8B030D-6E8A-4147-A177-3AD203B41FA5}">
                      <a16:colId xmlns:a16="http://schemas.microsoft.com/office/drawing/2014/main" val="19182824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API End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Description</a:t>
                      </a:r>
                      <a:endParaRPr lang="en-US" altLang="ko-K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993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GET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/comment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댓글 목록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774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GET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/comment/{comment}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댓글 상세</a:t>
                      </a:r>
                      <a:endParaRPr lang="en-US" altLang="ko-K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535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GET, 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/comment/add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댓글 추가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564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GET, POST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/comment/update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댓글 수정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1445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GET, POST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/comment/delete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댓글삭제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346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0735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</Words>
  <Application>Microsoft Office PowerPoint</Application>
  <PresentationFormat>와이드스크린</PresentationFormat>
  <Paragraphs>54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JeongHoon Hong</dc:creator>
  <cp:lastModifiedBy>JeongHoon Hong</cp:lastModifiedBy>
  <cp:revision>1</cp:revision>
  <dcterms:created xsi:type="dcterms:W3CDTF">2025-12-09T01:11:42Z</dcterms:created>
  <dcterms:modified xsi:type="dcterms:W3CDTF">2025-12-09T01:11:53Z</dcterms:modified>
</cp:coreProperties>
</file>